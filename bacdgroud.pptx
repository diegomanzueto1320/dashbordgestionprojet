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064422-1C01-C67F-278F-15233ED22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4B70F69-B423-62AC-BA58-04A315331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LID4096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35526B-586E-CA1A-AF7A-01EEEB2FB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9798-5600-45FB-86ED-515FFB3C8D80}" type="datetimeFigureOut">
              <a:rPr lang="LID4096" smtClean="0"/>
              <a:t>12/22/2025</a:t>
            </a:fld>
            <a:endParaRPr lang="LID4096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5B4BF7-E85F-980E-493B-F58D1C349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CB6512-7DBD-3FEC-34C0-D71692A65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68639-FC54-401F-AB85-522BF47FF3F1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4487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73D344-4B0F-9287-683A-9B8AEF91A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D5B605-9837-9763-BED5-EBC4B6716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10FCFE-609D-CA7F-92F6-87908281C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9798-5600-45FB-86ED-515FFB3C8D80}" type="datetimeFigureOut">
              <a:rPr lang="LID4096" smtClean="0"/>
              <a:t>12/22/2025</a:t>
            </a:fld>
            <a:endParaRPr lang="LID4096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F72331-0FAD-38AE-3C18-5E4530188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A03286-97C2-F38A-B6FC-B7F7A634C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68639-FC54-401F-AB85-522BF47FF3F1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56736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FAFB53-E2D7-C59B-321B-5811F25E9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9F4559-B0E6-CA19-0532-C279D44A2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4BDD2F-7822-CCBC-3786-8EDA013DA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9798-5600-45FB-86ED-515FFB3C8D80}" type="datetimeFigureOut">
              <a:rPr lang="LID4096" smtClean="0"/>
              <a:t>12/22/2025</a:t>
            </a:fld>
            <a:endParaRPr lang="LID4096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C916F7-309E-A50C-D003-B941C88F8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981E33-B9E9-5B0B-AF84-F98D29799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68639-FC54-401F-AB85-522BF47FF3F1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03313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B742F2-366B-EAA6-D8F5-7447A7BAD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3D84C3-520A-3579-18C1-ECEAE27FA0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0C9D721-8D08-843D-A069-E1882AE77A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277A31-A4D6-F622-0E9F-2840BF897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9798-5600-45FB-86ED-515FFB3C8D80}" type="datetimeFigureOut">
              <a:rPr lang="LID4096" smtClean="0"/>
              <a:t>12/22/2025</a:t>
            </a:fld>
            <a:endParaRPr lang="LID4096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71326AC-8CF3-5040-1F48-A93B3A401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1090601-1FC2-3843-D48B-CE6C5F690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68639-FC54-401F-AB85-522BF47FF3F1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90167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BA60D6-F7B0-E800-696E-F62E298AB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4D16D04-7AE5-7AF4-DD69-F5695A6B3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3FB4067-B91A-B0F3-8A36-6E0313388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ABA97EE-DB85-3989-931E-02435A2316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9DB763A-3DA2-1B8F-BDFD-AD3311E9B5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F1C4DFB-AB7C-DF41-8F74-36E10128C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9798-5600-45FB-86ED-515FFB3C8D80}" type="datetimeFigureOut">
              <a:rPr lang="LID4096" smtClean="0"/>
              <a:t>12/22/2025</a:t>
            </a:fld>
            <a:endParaRPr lang="LID4096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5047BA7-304F-3E7E-31DB-DD6347FD6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7ACECB2-2D06-6429-0F5C-25A3BA312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68639-FC54-401F-AB85-522BF47FF3F1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54567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EFBE86-6DD7-24FF-C845-F78AE315A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DD5E48-C9F3-9F8B-71EB-1D0AE8AE5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9798-5600-45FB-86ED-515FFB3C8D80}" type="datetimeFigureOut">
              <a:rPr lang="LID4096" smtClean="0"/>
              <a:t>12/22/2025</a:t>
            </a:fld>
            <a:endParaRPr lang="LID4096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12D7382-53E7-13D9-8C86-D3F42F360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F2E47AE-C63C-5ACF-E524-9870B6E49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68639-FC54-401F-AB85-522BF47FF3F1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67423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064C42E-A498-2036-B610-99AFC0B0F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9798-5600-45FB-86ED-515FFB3C8D80}" type="datetimeFigureOut">
              <a:rPr lang="LID4096" smtClean="0"/>
              <a:t>12/22/2025</a:t>
            </a:fld>
            <a:endParaRPr lang="LID4096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E90E789-2475-7A8E-94E4-47CC83FB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781726-1B9B-4FCB-1D4F-A56AF10BD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68639-FC54-401F-AB85-522BF47FF3F1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74146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336112-689F-59D7-3CB7-772EC3DD0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2E598D-DF32-036C-F9E6-8B4AE4C64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34942F8-866C-9460-4473-35B95C300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1BFF39E-8575-B812-936E-881F19F5F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9798-5600-45FB-86ED-515FFB3C8D80}" type="datetimeFigureOut">
              <a:rPr lang="LID4096" smtClean="0"/>
              <a:t>12/22/2025</a:t>
            </a:fld>
            <a:endParaRPr lang="LID4096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E1DB3E-3B76-8387-6799-89E829C15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F708623-2553-7C23-6E9A-F3A018344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68639-FC54-401F-AB85-522BF47FF3F1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98105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58B9A0-E8E3-544C-179F-2FA95E286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1259AEE-C2B0-AF6F-B55C-87390F09CE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5042780-C693-E06C-294C-987A78912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9EE05FF-6E67-5F0D-DBA5-E21275AA3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9798-5600-45FB-86ED-515FFB3C8D80}" type="datetimeFigureOut">
              <a:rPr lang="LID4096" smtClean="0"/>
              <a:t>12/22/2025</a:t>
            </a:fld>
            <a:endParaRPr lang="LID4096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D686AA9-AC05-1E87-DD9C-3EB2B5367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603458-E804-81CC-09FF-743B044E6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68639-FC54-401F-AB85-522BF47FF3F1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0676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EC0CEA-9E41-56FC-7718-52E368688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DC93A08-D221-C63F-0E1A-38EF7C3EC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E27476-0F73-2009-26D7-1C855310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9798-5600-45FB-86ED-515FFB3C8D80}" type="datetimeFigureOut">
              <a:rPr lang="LID4096" smtClean="0"/>
              <a:t>12/22/2025</a:t>
            </a:fld>
            <a:endParaRPr lang="LID4096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7878AC-1E66-F7D3-BC07-46502F578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F5ED74-180D-F554-2E38-60B558ACC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68639-FC54-401F-AB85-522BF47FF3F1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3164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5A9A0B6-B9BB-67FC-FE7F-D384AD236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8610A47-9AED-D3E3-D2CC-236088684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79A46F-9320-4B4C-1313-FBF4FC7F5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9798-5600-45FB-86ED-515FFB3C8D80}" type="datetimeFigureOut">
              <a:rPr lang="LID4096" smtClean="0"/>
              <a:t>12/22/2025</a:t>
            </a:fld>
            <a:endParaRPr lang="LID4096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7C90E5-74EE-91E0-2E6C-BF998040C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770C9B-6792-0F49-C794-8FE85F974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68639-FC54-401F-AB85-522BF47FF3F1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8197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E573903-7856-127D-71F2-41F602EA6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7F434B-22EF-B9B3-0078-ED346D834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41C221-C8E0-17ED-37DE-92DF5EABDE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8A9798-5600-45FB-86ED-515FFB3C8D80}" type="datetimeFigureOut">
              <a:rPr lang="LID4096" smtClean="0"/>
              <a:t>12/22/2025</a:t>
            </a:fld>
            <a:endParaRPr lang="LID4096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8F035B-8A68-B7B3-B56B-D0AE6E9651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731FAA-D7B4-A666-14AF-A1C345AAF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68639-FC54-401F-AB85-522BF47FF3F1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0330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7000">
              <a:srgbClr val="002060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avec coins rognés en diagonale 5">
            <a:extLst>
              <a:ext uri="{FF2B5EF4-FFF2-40B4-BE49-F238E27FC236}">
                <a16:creationId xmlns:a16="http://schemas.microsoft.com/office/drawing/2014/main" id="{B3C13EA7-CE9C-E1F5-DAC0-92F3C8E18388}"/>
              </a:ext>
            </a:extLst>
          </p:cNvPr>
          <p:cNvSpPr/>
          <p:nvPr/>
        </p:nvSpPr>
        <p:spPr>
          <a:xfrm>
            <a:off x="0" y="0"/>
            <a:ext cx="12192000" cy="726141"/>
          </a:xfrm>
          <a:prstGeom prst="snip2Diag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8BDE0FD-6689-8FAD-B85A-B76C3ECE6248}"/>
              </a:ext>
            </a:extLst>
          </p:cNvPr>
          <p:cNvSpPr txBox="1"/>
          <p:nvPr/>
        </p:nvSpPr>
        <p:spPr>
          <a:xfrm>
            <a:off x="94130" y="13447"/>
            <a:ext cx="1207097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Dashboard de Gestion Pharmaceutique DMM</a:t>
            </a:r>
            <a:endParaRPr lang="LID4096" sz="3600" b="1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7A6BBFF-43B1-5F0F-80EF-DC4999607898}"/>
              </a:ext>
            </a:extLst>
          </p:cNvPr>
          <p:cNvSpPr/>
          <p:nvPr/>
        </p:nvSpPr>
        <p:spPr>
          <a:xfrm>
            <a:off x="53790" y="792504"/>
            <a:ext cx="2366684" cy="10219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2D91099-39ED-6C25-D928-A79805AB62F1}"/>
              </a:ext>
            </a:extLst>
          </p:cNvPr>
          <p:cNvSpPr txBox="1"/>
          <p:nvPr/>
        </p:nvSpPr>
        <p:spPr>
          <a:xfrm>
            <a:off x="80681" y="792504"/>
            <a:ext cx="23666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Chiffre d’affaires global</a:t>
            </a:r>
            <a:endParaRPr lang="LID4096" sz="1400" b="1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CBBD93A5-98EE-28FB-4327-71D40E245535}"/>
              </a:ext>
            </a:extLst>
          </p:cNvPr>
          <p:cNvSpPr/>
          <p:nvPr/>
        </p:nvSpPr>
        <p:spPr>
          <a:xfrm>
            <a:off x="2483224" y="765490"/>
            <a:ext cx="2203078" cy="10219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73A6D7B6-F696-BCEB-ACDD-1736F7F56649}"/>
              </a:ext>
            </a:extLst>
          </p:cNvPr>
          <p:cNvSpPr/>
          <p:nvPr/>
        </p:nvSpPr>
        <p:spPr>
          <a:xfrm>
            <a:off x="4749052" y="753155"/>
            <a:ext cx="2393575" cy="10219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E8C1557-76E1-C546-D2C9-AE2F00F44489}"/>
              </a:ext>
            </a:extLst>
          </p:cNvPr>
          <p:cNvSpPr txBox="1"/>
          <p:nvPr/>
        </p:nvSpPr>
        <p:spPr>
          <a:xfrm>
            <a:off x="2579594" y="792504"/>
            <a:ext cx="23666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Moyenne de vente</a:t>
            </a:r>
            <a:endParaRPr lang="LID4096" sz="1400" b="1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76BDF4D-79D9-5E1C-CC91-63C2000A0259}"/>
              </a:ext>
            </a:extLst>
          </p:cNvPr>
          <p:cNvSpPr txBox="1"/>
          <p:nvPr/>
        </p:nvSpPr>
        <p:spPr>
          <a:xfrm>
            <a:off x="4793873" y="755789"/>
            <a:ext cx="23666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Stock restant</a:t>
            </a:r>
            <a:endParaRPr lang="LID4096" sz="1400" b="1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F076AB06-128B-7A1F-C841-931C9B52A498}"/>
              </a:ext>
            </a:extLst>
          </p:cNvPr>
          <p:cNvSpPr/>
          <p:nvPr/>
        </p:nvSpPr>
        <p:spPr>
          <a:xfrm>
            <a:off x="40342" y="1880844"/>
            <a:ext cx="2003611" cy="2677709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A10CC74-AE61-D76C-DE68-F80B541F5513}"/>
              </a:ext>
            </a:extLst>
          </p:cNvPr>
          <p:cNvSpPr txBox="1"/>
          <p:nvPr/>
        </p:nvSpPr>
        <p:spPr>
          <a:xfrm>
            <a:off x="67234" y="2017692"/>
            <a:ext cx="23666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Filtre : </a:t>
            </a:r>
            <a:endParaRPr lang="LID4096" sz="1400" b="1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9D31E6F-4711-C5EA-B9DB-733D98B6DA61}"/>
              </a:ext>
            </a:extLst>
          </p:cNvPr>
          <p:cNvSpPr/>
          <p:nvPr/>
        </p:nvSpPr>
        <p:spPr>
          <a:xfrm>
            <a:off x="2111187" y="1827056"/>
            <a:ext cx="5130049" cy="286596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8B397B05-3CE2-4E76-B332-914F50E976F7}"/>
              </a:ext>
            </a:extLst>
          </p:cNvPr>
          <p:cNvSpPr/>
          <p:nvPr/>
        </p:nvSpPr>
        <p:spPr>
          <a:xfrm>
            <a:off x="100851" y="4759387"/>
            <a:ext cx="6441141" cy="204882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AEE5F7F5-D7E9-0575-7F20-789D987783D5}"/>
              </a:ext>
            </a:extLst>
          </p:cNvPr>
          <p:cNvSpPr/>
          <p:nvPr/>
        </p:nvSpPr>
        <p:spPr>
          <a:xfrm>
            <a:off x="6656292" y="4719046"/>
            <a:ext cx="5495365" cy="204882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3A38B46-DBE9-37E9-6DA6-F14FB235A536}"/>
              </a:ext>
            </a:extLst>
          </p:cNvPr>
          <p:cNvSpPr txBox="1"/>
          <p:nvPr/>
        </p:nvSpPr>
        <p:spPr>
          <a:xfrm>
            <a:off x="2269196" y="1934632"/>
            <a:ext cx="4644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Performance des employés par C.A par nom et poste</a:t>
            </a:r>
            <a:endParaRPr lang="LID4096" sz="1400" b="1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D2FA169-788B-52A4-3E0A-F259DC383B39}"/>
              </a:ext>
            </a:extLst>
          </p:cNvPr>
          <p:cNvSpPr txBox="1"/>
          <p:nvPr/>
        </p:nvSpPr>
        <p:spPr>
          <a:xfrm>
            <a:off x="6884892" y="4761252"/>
            <a:ext cx="4719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Répartition du C.A par catégorie produits</a:t>
            </a:r>
            <a:endParaRPr lang="LID4096" sz="1400" b="1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B2FD4502-3A15-704B-22C7-D586D9C6F577}"/>
              </a:ext>
            </a:extLst>
          </p:cNvPr>
          <p:cNvSpPr txBox="1"/>
          <p:nvPr/>
        </p:nvSpPr>
        <p:spPr>
          <a:xfrm>
            <a:off x="219634" y="4802106"/>
            <a:ext cx="3666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Evolution de chiffres d’affaires par mois</a:t>
            </a:r>
            <a:endParaRPr lang="LID4096" sz="1400" b="1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87B12B36-F728-968F-C3F9-420275D1319A}"/>
              </a:ext>
            </a:extLst>
          </p:cNvPr>
          <p:cNvSpPr/>
          <p:nvPr/>
        </p:nvSpPr>
        <p:spPr>
          <a:xfrm>
            <a:off x="7241236" y="757638"/>
            <a:ext cx="2393575" cy="10219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9747ACFD-5015-40DB-B769-67C7069BD29C}"/>
              </a:ext>
            </a:extLst>
          </p:cNvPr>
          <p:cNvSpPr/>
          <p:nvPr/>
        </p:nvSpPr>
        <p:spPr>
          <a:xfrm>
            <a:off x="9733420" y="766602"/>
            <a:ext cx="2393575" cy="10219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8EC8A0F-C544-280A-5019-9B3F562F27B6}"/>
              </a:ext>
            </a:extLst>
          </p:cNvPr>
          <p:cNvSpPr txBox="1"/>
          <p:nvPr/>
        </p:nvSpPr>
        <p:spPr>
          <a:xfrm>
            <a:off x="7223302" y="733241"/>
            <a:ext cx="23666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Nombre de transactions</a:t>
            </a:r>
            <a:endParaRPr lang="LID4096" sz="1400" b="1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80348DE-9249-3127-17CF-FC6D9BF04E2B}"/>
              </a:ext>
            </a:extLst>
          </p:cNvPr>
          <p:cNvSpPr txBox="1"/>
          <p:nvPr/>
        </p:nvSpPr>
        <p:spPr>
          <a:xfrm>
            <a:off x="9769270" y="791512"/>
            <a:ext cx="23666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Panier moyen</a:t>
            </a:r>
            <a:endParaRPr lang="LID4096" sz="1400" b="1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533BE04E-1E82-4DD4-501E-1BD5B91F46C6}"/>
              </a:ext>
            </a:extLst>
          </p:cNvPr>
          <p:cNvSpPr/>
          <p:nvPr/>
        </p:nvSpPr>
        <p:spPr>
          <a:xfrm>
            <a:off x="7263645" y="1815473"/>
            <a:ext cx="4939559" cy="286596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DFD8F42-F8DE-9C36-7696-115833D5F626}"/>
              </a:ext>
            </a:extLst>
          </p:cNvPr>
          <p:cNvSpPr txBox="1"/>
          <p:nvPr/>
        </p:nvSpPr>
        <p:spPr>
          <a:xfrm>
            <a:off x="7543802" y="1901467"/>
            <a:ext cx="42402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TOP 10 des produits le plus vendus</a:t>
            </a:r>
            <a:endParaRPr lang="LID4096" sz="1400" b="1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44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F76DF-BEBC-B2E4-2E51-A0B227ECA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avec coins rognés en diagonale 5">
            <a:extLst>
              <a:ext uri="{FF2B5EF4-FFF2-40B4-BE49-F238E27FC236}">
                <a16:creationId xmlns:a16="http://schemas.microsoft.com/office/drawing/2014/main" id="{890A404C-DE49-7A4B-B161-4E901D935876}"/>
              </a:ext>
            </a:extLst>
          </p:cNvPr>
          <p:cNvSpPr/>
          <p:nvPr/>
        </p:nvSpPr>
        <p:spPr>
          <a:xfrm>
            <a:off x="0" y="0"/>
            <a:ext cx="12192000" cy="726141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3804B08-B22E-4458-7EE8-CAD62D5D17EF}"/>
              </a:ext>
            </a:extLst>
          </p:cNvPr>
          <p:cNvSpPr txBox="1"/>
          <p:nvPr/>
        </p:nvSpPr>
        <p:spPr>
          <a:xfrm>
            <a:off x="121024" y="0"/>
            <a:ext cx="12070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Dashboard de Gestion de Projets Logiciels</a:t>
            </a:r>
            <a:endParaRPr lang="LID4096" sz="36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25628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3789</TotalTime>
  <Words>58</Words>
  <Application>Microsoft Office PowerPoint</Application>
  <PresentationFormat>Grand écran</PresentationFormat>
  <Paragraphs>12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Manzueto</dc:creator>
  <cp:lastModifiedBy>Diego Manzueto</cp:lastModifiedBy>
  <cp:revision>4</cp:revision>
  <dcterms:created xsi:type="dcterms:W3CDTF">2025-12-12T08:57:08Z</dcterms:created>
  <dcterms:modified xsi:type="dcterms:W3CDTF">2025-12-22T16:31:49Z</dcterms:modified>
</cp:coreProperties>
</file>